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F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2404872"/>
          </a:xfrm>
          <a:prstGeom prst="rect">
            <a:avLst/>
          </a:prstGeom>
          <a:solidFill>
            <a:srgbClr val="0F49BD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3EC6D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13EC6D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Amigo Paguitos Telcel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Gestión de Ventas y Reservas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Ejecutivo · Mayo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E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Corporativa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Amigo Paguitos Telcel?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2286000" cy="45720"/>
          </a:xfrm>
          <a:prstGeom prst="rect">
            <a:avLst/>
          </a:prstGeom>
          <a:solidFill>
            <a:srgbClr val="13EC6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 sistema de ventas por internet diseñado para la comercialización de equipos Telcel. Los clientes consultan el catálogo en línea, hacen una reserva y reciben la visita de un vendedor a domicilio. Los administradores controlan el inventario, asignan vendedores y dan seguimiento a todas las reservas desde un solo lugar.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560320" cy="2103120"/>
          </a:xfrm>
          <a:prstGeom prst="roundRect">
            <a:avLst>
              <a:gd name="adj" fmla="val 26087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Para Clientes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en línea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 sin registro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de atención 24/7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 en OXXO, bancos y tiendas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2743200"/>
            <a:ext cx="2560320" cy="2103120"/>
          </a:xfrm>
          <a:prstGeom prst="roundRect">
            <a:avLst>
              <a:gd name="adj" fmla="val 26087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Para Vendedores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32918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Visitas asignadas automáticamente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clientes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Actualización de estados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Notas en cada visita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2743200"/>
            <a:ext cx="2560320" cy="2103120"/>
          </a:xfrm>
          <a:prstGeom prst="roundRect">
            <a:avLst>
              <a:gd name="adj" fmla="val 26087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E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Para Admins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32918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con métricas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total de inventario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 exportables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del sistema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Página Principal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con hero, productos populares, ofertas, sección 'Cómo funciona', 'Por qué elegirnos' y testimonios.</a:t>
            </a:r>
            <a:endParaRPr lang="en-US" sz="1100" dirty="0"/>
          </a:p>
        </p:txBody>
      </p:sp>
      <p:pic>
        <p:nvPicPr>
          <p:cNvPr id="4" name="Image 0" descr="D:\Repo\Mexico\Amigos Paguito Telcel\paguito-telcel\mockups\00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85953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Catálogo de Productos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Navegación de equipos con fotos, precios, colores y capacidades. Filtros por marca, precio y color. Búsqueda por nombre.</a:t>
            </a:r>
            <a:endParaRPr lang="en-US" sz="1100" dirty="0"/>
          </a:p>
        </p:txBody>
      </p:sp>
      <p:pic>
        <p:nvPicPr>
          <p:cNvPr id="4" name="Image 0" descr="D:\Repo\Mexico\Amigos Paguito Telcel\paguito-telcel\mockups\01-cata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85953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Detalle de Producto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Galería de imágenes, colores disponibles, capacidades, precio de contado o crédito, enganche y pagos semanales.</a:t>
            </a:r>
            <a:endParaRPr lang="en-US" sz="1100" dirty="0"/>
          </a:p>
        </p:txBody>
      </p:sp>
      <p:pic>
        <p:nvPicPr>
          <p:cNvPr id="4" name="Image 0" descr="D:\Repo\Mexico\Amigos Paguito Telcel\paguito-telcel\mockups\02-producto-detal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85953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Carrito y Reserva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cliente agrega productos, elige método de pago, selecciona fecha y horario, y registra su dirección en el mapa.</a:t>
            </a:r>
            <a:endParaRPr lang="en-US" sz="1100" dirty="0"/>
          </a:p>
        </p:txBody>
      </p:sp>
      <p:pic>
        <p:nvPicPr>
          <p:cNvPr id="4" name="Image 0" descr="D:\Repo\Mexico\Amigos Paguito Telcel\paguito-telcel\mockups\03-carrito-check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85953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Consulta de Reserva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cliente puede consultar su reserva por folio o CURP, ver el estado de cada producto, modificar fecha u horario, o cancelar.</a:t>
            </a:r>
            <a:endParaRPr lang="en-US" sz="1100" dirty="0"/>
          </a:p>
        </p:txBody>
      </p:sp>
      <p:pic>
        <p:nvPicPr>
          <p:cNvPr id="4" name="Image 0" descr="D:\Repo\Mexico\Amigos Paguito Telcel\paguito-telcel\mockups\04-mi-reser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85953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Preguntas Frecuentes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informativa con respuestas sobre crédito, proceso de compra, garantía, productos y cobertura de zonas.</a:t>
            </a:r>
            <a:endParaRPr lang="en-US" sz="1100" dirty="0"/>
          </a:p>
        </p:txBody>
      </p:sp>
      <p:pic>
        <p:nvPicPr>
          <p:cNvPr id="4" name="Image 0" descr="D:\Repo\Mexico\Amigos Paguito Telcel\paguito-telcel\mockups\05-fa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85953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¿Quiénes Somos?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 institucional con la historia, misión, visión y valores de Amigo Paguitos Telcel.</a:t>
            </a:r>
            <a:endParaRPr lang="en-US" sz="1100" dirty="0"/>
          </a:p>
        </p:txBody>
      </p:sp>
      <p:pic>
        <p:nvPicPr>
          <p:cNvPr id="4" name="Image 0" descr="D:\Repo\Mexico\Amigos Paguito Telcel\paguito-telcel\mockups\06-nosotr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85953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Dónde Pagar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de medios de pago disponibles: bancos (Scotiabank, Santander, BBVA, Banorte), tiendas (OXXO, Elektra, Liverpool) y más.</a:t>
            </a:r>
            <a:endParaRPr lang="en-US" sz="1100" dirty="0"/>
          </a:p>
        </p:txBody>
      </p:sp>
      <p:pic>
        <p:nvPicPr>
          <p:cNvPr id="4" name="Image 0" descr="D:\Repo\Mexico\Amigos Paguito Telcel\paguito-telcel\mockups\07-donde-pag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85953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Portal de Vendedores - Login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seguro con correo y contraseña. Dos niveles de acceso: Administrador y Vendedor. Recuperación de contraseña.</a:t>
            </a:r>
            <a:endParaRPr lang="en-US" sz="1100" dirty="0"/>
          </a:p>
        </p:txBody>
      </p:sp>
      <p:pic>
        <p:nvPicPr>
          <p:cNvPr id="4" name="Image 0" descr="D:\Repo\Mexico\Amigos Paguito Telcel\paguito-telcel\mockups\08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85953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92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Dashboard del Administrador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en tiempo real (reservas hoy/semana/mes, activas, completadas), gráficas con Recharts, ranking de vendedores y exportación a Excel. Auto-actualizable cada 30 segundos.</a:t>
            </a:r>
            <a:endParaRPr lang="en-US" sz="1100" dirty="0"/>
          </a:p>
        </p:txBody>
      </p:sp>
      <p:pic>
        <p:nvPicPr>
          <p:cNvPr id="4" name="Image 0" descr="D:\Repo\Mexico\Amigos Paguito Telcel\paguito-telcel\mockups\09-admi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85953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92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Gestión de Reservas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completa con filtros por estado, vendedor, producto y fechas. Exportación a Excel, cambio de estados y panel de control total.</a:t>
            </a:r>
            <a:endParaRPr lang="en-US" sz="1100" dirty="0"/>
          </a:p>
        </p:txBody>
      </p:sp>
      <p:pic>
        <p:nvPicPr>
          <p:cNvPr id="4" name="Image 0" descr="D:\Repo\Mexico\Amigos Paguito Telcel\paguito-telcel\mockups\10-admin-reserv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85953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92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Gestión de Inventario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completo de productos con subida de imágenes, colores, capacidades, precios y control de stock con alertas visuales.</a:t>
            </a:r>
            <a:endParaRPr lang="en-US" sz="1100" dirty="0"/>
          </a:p>
        </p:txBody>
      </p:sp>
      <p:pic>
        <p:nvPicPr>
          <p:cNvPr id="4" name="Image 0" descr="D:\Repo\Mexico\Amigos Paguito Telcel\paguito-telcel\mockups\11-admin-invent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85953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92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Directorio de Clientes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de clientes con búsqueda, filtro por estado, bloqueo/activación y exportación a Excel.</a:t>
            </a:r>
            <a:endParaRPr lang="en-US" sz="1100" dirty="0"/>
          </a:p>
        </p:txBody>
      </p:sp>
      <p:pic>
        <p:nvPicPr>
          <p:cNvPr id="4" name="Image 0" descr="D:\Repo\Mexico\Amigos Paguito Telcel\paguito-telcel\mockups\12-admin-clien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85953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92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🧑‍💼 Gestión de Vendedores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 de vendedores: crear, editar, activar/desactivar. Filtro por zona, consulta de reservas asignadas y exportación.</a:t>
            </a:r>
            <a:endParaRPr lang="en-US" sz="1100" dirty="0"/>
          </a:p>
        </p:txBody>
      </p:sp>
      <p:pic>
        <p:nvPicPr>
          <p:cNvPr id="4" name="Image 0" descr="D:\Repo\Mexico\Amigos Paguito Telcel\paguito-telcel\mockups\13-admin-vendedo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85953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92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Panel de Sistema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Visor de logs del servidor, notificaciones enviadas (Email/WhatsApp), estado de servicios y descarga de archivos de log.</a:t>
            </a:r>
            <a:endParaRPr lang="en-US" sz="1100" dirty="0"/>
          </a:p>
        </p:txBody>
      </p:sp>
      <p:pic>
        <p:nvPicPr>
          <p:cNvPr id="4" name="Image 0" descr="D:\Repo\Mexico\Amigos Paguito Telcel\paguito-telcel\mockups\14-admin-siste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85953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2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Panel del Vendedor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personal con métricas, reservas asignadas, mapa interactivo (Leaflet) con ubicación de clientes, y modal para cambiar estados con notas.</a:t>
            </a:r>
            <a:endParaRPr lang="en-US" sz="1100" dirty="0"/>
          </a:p>
        </p:txBody>
      </p:sp>
      <p:pic>
        <p:nvPicPr>
          <p:cNvPr id="4" name="Image 0" descr="D:\Repo\Mexico\Amigos Paguito Telcel\paguito-telcel\mockups\15-vendor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85953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de Funcionalidades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2286000" cy="45720"/>
          </a:xfrm>
          <a:prstGeom prst="rect">
            <a:avLst/>
          </a:prstGeom>
          <a:solidFill>
            <a:srgbClr val="13EC6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685800"/>
          </a:xfrm>
          <a:prstGeom prst="roundRect">
            <a:avLst>
              <a:gd name="adj" fmla="val 533333"/>
            </a:avLst>
          </a:prstGeom>
          <a:solidFill>
            <a:srgbClr val="E6F0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887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Cliente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118872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en línea · Detalle de producto · Carrito de reservas · Confirmación · Consulta de reserva · Chat con IA · FAQ · Nosotros · Dónde pagar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8046720" cy="685800"/>
          </a:xfrm>
          <a:prstGeom prst="roundRect">
            <a:avLst>
              <a:gd name="adj" fmla="val 533333"/>
            </a:avLst>
          </a:prstGeom>
          <a:solidFill>
            <a:srgbClr val="F0FD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116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Vendedor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201168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personal · Lista de reservas asignadas · Mapa interactivo con clientes · Cambio de estados con notas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8046720" cy="685800"/>
          </a:xfrm>
          <a:prstGeom prst="roundRect">
            <a:avLst>
              <a:gd name="adj" fmla="val 533333"/>
            </a:avLst>
          </a:prstGeom>
          <a:solidFill>
            <a:srgbClr val="FEF3C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346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🟠 Administrador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283464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con métricas y gráficas · CRUD de inventario · Gestión de reservas · Directorio de clientes · Vendedores · Configuración del sistema · Chat config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8046720" cy="685800"/>
          </a:xfrm>
          <a:prstGeom prst="roundRect">
            <a:avLst>
              <a:gd name="adj" fmla="val 533333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6576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Sistema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0" y="365760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Asignación Round Robin · Notificaciones Email y WhatsApp · Resúmenes automáticos · Logs del servidor · Exportación a Excel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49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13EC6D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Amigo Paguitos Telcel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3E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Gestión de Ventas y Reservas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2026-05-27T18:08:12Z</dcterms:created>
  <dcterms:modified xsi:type="dcterms:W3CDTF">2026-05-27T18:08:12Z</dcterms:modified>
</cp:coreProperties>
</file>